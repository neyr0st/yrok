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74FC5-E703-40EE-9E6D-D0E466901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14" y="478173"/>
            <a:ext cx="8637073" cy="860588"/>
          </a:xfrm>
        </p:spPr>
        <p:txBody>
          <a:bodyPr>
            <a:normAutofit fontScale="90000"/>
          </a:bodyPr>
          <a:lstStyle/>
          <a:p>
            <a:r>
              <a:rPr lang="ru-RU" dirty="0"/>
              <a:t>Игра </a:t>
            </a:r>
            <a:r>
              <a:rPr lang="ru-RU" dirty="0" err="1"/>
              <a:t>ЗМейка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703D4-7358-6BBD-2A7E-F78DDA2EB33C}"/>
              </a:ext>
            </a:extLst>
          </p:cNvPr>
          <p:cNvSpPr txBox="1"/>
          <p:nvPr/>
        </p:nvSpPr>
        <p:spPr>
          <a:xfrm>
            <a:off x="644114" y="365918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u="none" strike="noStrike" dirty="0">
                <a:effectLst/>
                <a:latin typeface="Google Sans"/>
              </a:rPr>
              <a:t>Выполнил:</a:t>
            </a:r>
            <a:br>
              <a:rPr lang="ru-RU" b="0" u="none" strike="noStrike" dirty="0">
                <a:effectLst/>
                <a:latin typeface="Google Sans"/>
              </a:rPr>
            </a:br>
            <a:r>
              <a:rPr lang="ru-RU" dirty="0">
                <a:latin typeface="Google Sans"/>
              </a:rPr>
              <a:t>Пузырёв В.Ю</a:t>
            </a:r>
          </a:p>
          <a:p>
            <a:r>
              <a:rPr lang="ru-RU" b="1" u="none" strike="noStrike" dirty="0">
                <a:effectLst/>
                <a:latin typeface="Google Sans"/>
              </a:rPr>
              <a:t>Руководитель:</a:t>
            </a:r>
            <a:br>
              <a:rPr lang="ru-RU" b="0" u="none" strike="noStrike" dirty="0">
                <a:effectLst/>
                <a:latin typeface="Google Sans"/>
              </a:rPr>
            </a:br>
            <a:r>
              <a:rPr lang="ru-RU" b="0" u="none" strike="noStrike" dirty="0" err="1">
                <a:effectLst/>
                <a:latin typeface="Google Sans"/>
              </a:rPr>
              <a:t>Шорвоглян</a:t>
            </a:r>
            <a:r>
              <a:rPr lang="ru-RU" b="0" u="none" strike="noStrike" dirty="0">
                <a:effectLst/>
                <a:latin typeface="Google Sans"/>
              </a:rPr>
              <a:t> Д.А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06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AF6D454-3478-D483-84C5-6C47015C44BC}"/>
              </a:ext>
            </a:extLst>
          </p:cNvPr>
          <p:cNvSpPr>
            <a:spLocks noGrp="1"/>
          </p:cNvSpPr>
          <p:nvPr/>
        </p:nvSpPr>
        <p:spPr>
          <a:xfrm>
            <a:off x="3040659" y="114787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Цели и задачи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1906141-E4A4-AD9F-0C31-9FD45EB40ECB}"/>
              </a:ext>
            </a:extLst>
          </p:cNvPr>
          <p:cNvSpPr>
            <a:spLocks noGrp="1"/>
          </p:cNvSpPr>
          <p:nvPr/>
        </p:nvSpPr>
        <p:spPr>
          <a:xfrm>
            <a:off x="696287" y="761301"/>
            <a:ext cx="4067086" cy="1430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Целью проекта является проектирование и разработка на </a:t>
            </a:r>
            <a:r>
              <a:rPr lang="en-US" sz="1600" dirty="0"/>
              <a:t>Python </a:t>
            </a:r>
            <a:r>
              <a:rPr lang="ru-RU" sz="1600" dirty="0"/>
              <a:t>игры </a:t>
            </a:r>
            <a:r>
              <a:rPr lang="en-US" sz="1600" dirty="0"/>
              <a:t>‘</a:t>
            </a:r>
            <a:r>
              <a:rPr lang="ru-RU" sz="1600" dirty="0"/>
              <a:t>Змейка</a:t>
            </a:r>
            <a:r>
              <a:rPr lang="en-US" sz="1600" dirty="0"/>
              <a:t>’</a:t>
            </a:r>
            <a:r>
              <a:rPr lang="ru-RU" sz="1600" dirty="0"/>
              <a:t> с сохранением информации в базу данных </a:t>
            </a:r>
            <a:r>
              <a:rPr lang="en-US" sz="1600" dirty="0"/>
              <a:t>PostgreSQL</a:t>
            </a: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A76E37-299B-421C-A438-48F80BF65DD2}"/>
              </a:ext>
            </a:extLst>
          </p:cNvPr>
          <p:cNvSpPr txBox="1"/>
          <p:nvPr/>
        </p:nvSpPr>
        <p:spPr>
          <a:xfrm>
            <a:off x="696287" y="1777141"/>
            <a:ext cx="766753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Задачи:</a:t>
            </a:r>
          </a:p>
          <a:p>
            <a:r>
              <a:rPr lang="ru-RU" sz="1600" dirty="0"/>
              <a:t>Анализ предметной области:</a:t>
            </a:r>
          </a:p>
          <a:p>
            <a:r>
              <a:rPr lang="ru-RU" sz="1600" dirty="0"/>
              <a:t>Исследование классических реализаций «Змейки», игровых циклов и способов хранения рекордов.</a:t>
            </a:r>
          </a:p>
          <a:p>
            <a:endParaRPr lang="ru-RU" sz="1600" dirty="0"/>
          </a:p>
          <a:p>
            <a:r>
              <a:rPr lang="ru-RU" sz="1600" dirty="0"/>
              <a:t>Проектирование архитектуры приложения:</a:t>
            </a:r>
          </a:p>
          <a:p>
            <a:r>
              <a:rPr lang="ru-RU" sz="1600" dirty="0"/>
              <a:t>Создание модульной структуры на Python: игровая логика, интерфейс, работа с БД.</a:t>
            </a:r>
          </a:p>
          <a:p>
            <a:endParaRPr lang="ru-RU" sz="1600" dirty="0"/>
          </a:p>
          <a:p>
            <a:r>
              <a:rPr lang="ru-RU" sz="1600" dirty="0"/>
              <a:t>Интеграция </a:t>
            </a:r>
            <a:r>
              <a:rPr lang="ru-RU" sz="1600" dirty="0" err="1"/>
              <a:t>PostgreSQL</a:t>
            </a:r>
            <a:r>
              <a:rPr lang="ru-RU" sz="1600" dirty="0"/>
              <a:t>:</a:t>
            </a:r>
          </a:p>
          <a:p>
            <a:r>
              <a:rPr lang="ru-RU" sz="1600" dirty="0"/>
              <a:t>Настройка подключения к базе данных, создание таблиц для игроков и их результатов.</a:t>
            </a:r>
          </a:p>
          <a:p>
            <a:endParaRPr lang="ru-RU" sz="1600" dirty="0"/>
          </a:p>
          <a:p>
            <a:r>
              <a:rPr lang="ru-RU" sz="1600" dirty="0"/>
              <a:t>Пользовательский интерфейс и адаптивность:</a:t>
            </a:r>
          </a:p>
          <a:p>
            <a:r>
              <a:rPr lang="ru-RU" sz="1600" dirty="0"/>
              <a:t>управления игрой с клавиатуры.</a:t>
            </a:r>
          </a:p>
        </p:txBody>
      </p:sp>
    </p:spTree>
    <p:extLst>
      <p:ext uri="{BB962C8B-B14F-4D97-AF65-F5344CB8AC3E}">
        <p14:creationId xmlns:p14="http://schemas.microsoft.com/office/powerpoint/2010/main" val="139376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520BD-A93E-429E-9537-C8B0E3FFC393}"/>
              </a:ext>
            </a:extLst>
          </p:cNvPr>
          <p:cNvSpPr txBox="1"/>
          <p:nvPr/>
        </p:nvSpPr>
        <p:spPr>
          <a:xfrm>
            <a:off x="425742" y="1340752"/>
            <a:ext cx="61029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Отсутствие сохранения прогресса:</a:t>
            </a:r>
          </a:p>
          <a:p>
            <a:r>
              <a:rPr lang="ru-RU" sz="1600" dirty="0"/>
              <a:t>Большинство простых реализаций Змейки не хранят историю игр </a:t>
            </a:r>
            <a:endParaRPr lang="en-US" sz="1600" dirty="0"/>
          </a:p>
          <a:p>
            <a:endParaRPr lang="ru-RU" sz="1600" dirty="0"/>
          </a:p>
          <a:p>
            <a:r>
              <a:rPr lang="ru-RU" sz="1600" dirty="0"/>
              <a:t>Сложность анализа результатов:</a:t>
            </a:r>
          </a:p>
          <a:p>
            <a:r>
              <a:rPr lang="ru-RU" sz="1600" dirty="0"/>
              <a:t>Без базы данных невозможно построить статистику по игрокам, уровням и времени.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358FF-B285-4899-9C7C-20A384BC6F12}"/>
              </a:ext>
            </a:extLst>
          </p:cNvPr>
          <p:cNvSpPr txBox="1"/>
          <p:nvPr/>
        </p:nvSpPr>
        <p:spPr>
          <a:xfrm>
            <a:off x="243282" y="560386"/>
            <a:ext cx="7524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Актуальность и решаемые проблемы</a:t>
            </a:r>
          </a:p>
        </p:txBody>
      </p:sp>
    </p:spTree>
    <p:extLst>
      <p:ext uri="{BB962C8B-B14F-4D97-AF65-F5344CB8AC3E}">
        <p14:creationId xmlns:p14="http://schemas.microsoft.com/office/powerpoint/2010/main" val="140058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EC31CE-98B0-473A-B0B7-7B711187C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71" y="737115"/>
            <a:ext cx="9423560" cy="4619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92B815-E5E3-439B-9E37-B68C7E4860F0}"/>
              </a:ext>
            </a:extLst>
          </p:cNvPr>
          <p:cNvSpPr txBox="1"/>
          <p:nvPr/>
        </p:nvSpPr>
        <p:spPr>
          <a:xfrm>
            <a:off x="4177717" y="276837"/>
            <a:ext cx="2432808" cy="37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Жизненый</a:t>
            </a:r>
            <a:r>
              <a:rPr lang="ru-RU" dirty="0"/>
              <a:t> цикл </a:t>
            </a:r>
            <a:r>
              <a:rPr lang="en-US" dirty="0"/>
              <a:t>SDLC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987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6-10-10 15-01-57">
            <a:hlinkClick r:id="" action="ppaction://media"/>
            <a:extLst>
              <a:ext uri="{FF2B5EF4-FFF2-40B4-BE49-F238E27FC236}">
                <a16:creationId xmlns:a16="http://schemas.microsoft.com/office/drawing/2014/main" id="{201EC1D7-E3BA-449E-9A9F-E26155DBEF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2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2941DE-2A66-4D67-8EF8-35E141937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082" y="1812022"/>
            <a:ext cx="8925835" cy="2351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DAB7DB-B3ED-4641-B07C-BA735614CAEE}"/>
              </a:ext>
            </a:extLst>
          </p:cNvPr>
          <p:cNvSpPr txBox="1"/>
          <p:nvPr/>
        </p:nvSpPr>
        <p:spPr>
          <a:xfrm>
            <a:off x="4110606" y="1015068"/>
            <a:ext cx="333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Добавление в базу данных </a:t>
            </a:r>
            <a:r>
              <a:rPr lang="en-US" dirty="0"/>
              <a:t>user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453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734DF-0837-646E-7384-86CDF79869EB}"/>
              </a:ext>
            </a:extLst>
          </p:cNvPr>
          <p:cNvSpPr>
            <a:spLocks noGrp="1"/>
          </p:cNvSpPr>
          <p:nvPr/>
        </p:nvSpPr>
        <p:spPr>
          <a:xfrm flipH="1">
            <a:off x="486666" y="324512"/>
            <a:ext cx="5802595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dirty="0"/>
              <a:t>Достигнутые результаты проекта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0694D-8ADB-4AB0-96D3-7E712E404BC6}"/>
              </a:ext>
            </a:extLst>
          </p:cNvPr>
          <p:cNvSpPr txBox="1"/>
          <p:nvPr/>
        </p:nvSpPr>
        <p:spPr>
          <a:xfrm>
            <a:off x="486666" y="1789805"/>
            <a:ext cx="61029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Спроектирована реляционная БД в </a:t>
            </a:r>
            <a:r>
              <a:rPr lang="ru-RU" sz="1600" dirty="0" err="1"/>
              <a:t>PostgreSQL</a:t>
            </a:r>
            <a:r>
              <a:rPr lang="ru-RU" sz="1600" dirty="0"/>
              <a:t>:</a:t>
            </a:r>
          </a:p>
          <a:p>
            <a:r>
              <a:rPr lang="ru-RU" sz="1600" dirty="0"/>
              <a:t>Созданы таблицы</a:t>
            </a:r>
            <a:endParaRPr lang="en-US" sz="1600" dirty="0"/>
          </a:p>
          <a:p>
            <a:endParaRPr lang="ru-RU" sz="1600" dirty="0"/>
          </a:p>
          <a:p>
            <a:r>
              <a:rPr lang="ru-RU" sz="1600" dirty="0"/>
              <a:t>Написана надёжная логика игры с использованием </a:t>
            </a:r>
            <a:r>
              <a:rPr lang="ru-RU" sz="1600" dirty="0" err="1"/>
              <a:t>Pygame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Успешно интегрирована </a:t>
            </a:r>
            <a:r>
              <a:rPr lang="ru-RU" sz="1600" dirty="0" err="1"/>
              <a:t>PostgreSQL</a:t>
            </a:r>
            <a:r>
              <a:rPr lang="ru-RU" sz="16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66314453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{67EDE875-689E-4A2D-9644-FD40276E18DF}TFc986dd65-aaf0-4d5c-bef9-9c391ee05f7b0db5895a-e2ed9e7ef15e</Template>
  <TotalTime>43</TotalTime>
  <Words>167</Words>
  <Application>Microsoft Office PowerPoint</Application>
  <PresentationFormat>Широкоэкранный</PresentationFormat>
  <Paragraphs>32</Paragraphs>
  <Slides>7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Google Sans</vt:lpstr>
      <vt:lpstr>Галерея</vt:lpstr>
      <vt:lpstr>Игра ЗМейка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ЗМейка</dc:title>
  <dc:creator>rty qwe</dc:creator>
  <cp:lastModifiedBy>rty qwe</cp:lastModifiedBy>
  <cp:revision>4</cp:revision>
  <dcterms:created xsi:type="dcterms:W3CDTF">2026-10-06T14:33:28Z</dcterms:created>
  <dcterms:modified xsi:type="dcterms:W3CDTF">2026-10-10T12:05:56Z</dcterms:modified>
</cp:coreProperties>
</file>